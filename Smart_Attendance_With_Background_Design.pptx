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37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Smart Attendance &amp; Performance Tracker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25000"/>
          </a:bodyPr>
          <a:lstStyle/>
          <a:p>
            <a:pPr>
              <a:defRPr>
                <a:solidFill>
                  <a:srgbClr val="DCDCDC"/>
                </a:solidFill>
              </a:defRPr>
            </a:pPr>
            <a:r>
              <a:rPr sz="16000"/>
              <a:t>AI-Assisted Mini Project</a:t>
            </a:r>
            <a:endParaRPr sz="16000"/>
          </a:p>
          <a:p>
            <a:r>
              <a:rPr sz="16000"/>
              <a:t>Python Console Application</a:t>
            </a:r>
            <a:endParaRPr sz="16000"/>
          </a:p>
          <a:p>
            <a:r>
              <a:rPr lang="en-US"/>
              <a:t> </a:t>
            </a:r>
            <a:r>
              <a:rPr lang="en-US" sz="8000"/>
              <a:t>Mit Patel</a:t>
            </a:r>
            <a:endParaRPr lang="en-US" sz="8000"/>
          </a:p>
          <a:p>
            <a:pPr>
              <a:buFont typeface="Arial" panose="020B0604020202020204" pitchFamily="34" charset="0"/>
            </a:pPr>
            <a:r>
              <a:rPr lang="en-US" sz="8000"/>
              <a:t>       Parmar Dhruv</a:t>
            </a:r>
            <a:endParaRPr lang="en-US" sz="8000"/>
          </a:p>
          <a:p>
            <a:pPr>
              <a:buFont typeface="Arial" panose="020B0604020202020204" pitchFamily="34" charset="0"/>
            </a:pPr>
            <a:r>
              <a:rPr lang="en-US" sz="8000"/>
              <a:t>        Ladumor Nikul</a:t>
            </a:r>
            <a:endParaRPr lang="en-US" sz="8000"/>
          </a:p>
          <a:p>
            <a:pPr>
              <a:buFont typeface="Arial" panose="020B0604020202020204" pitchFamily="34" charset="0"/>
            </a:pPr>
            <a:r>
              <a:rPr lang="en-US" sz="8000"/>
              <a:t>     Gurkha Yash</a:t>
            </a:r>
            <a:endParaRPr lang="en-US" sz="8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 management system using Python</a:t>
            </a:r>
          </a:p>
          <a:p>
            <a:pPr lvl="1"/>
            <a:r>
              <a:t>Tracks attendance and academic performance</a:t>
            </a:r>
          </a:p>
          <a:p>
            <a:pPr lvl="1"/>
            <a:r>
              <a:t>Menu-driven console application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Manage student records</a:t>
            </a:r>
          </a:p>
          <a:p>
            <a:pPr lvl="1"/>
            <a:r>
              <a:t>Track attendance efficiently</a:t>
            </a:r>
          </a:p>
          <a:p>
            <a:pPr lvl="1"/>
            <a:r>
              <a:t>Record marks and performance</a:t>
            </a:r>
          </a:p>
          <a:p>
            <a:pPr lvl="1"/>
            <a:r>
              <a:t>Generate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Console-based application</a:t>
            </a:r>
          </a:p>
          <a:p>
            <a:pPr lvl="1"/>
            <a:r>
              <a:t>Modular architecture</a:t>
            </a:r>
          </a:p>
          <a:p>
            <a:pPr lvl="1"/>
            <a:r>
              <a:t>Persistent JSON storage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3</a:t>
            </a:r>
          </a:p>
          <a:p>
            <a:pPr lvl="1"/>
            <a:r>
              <a:t>Object-Oriented Programming</a:t>
            </a:r>
          </a:p>
          <a:p>
            <a:pPr lvl="1"/>
            <a:r>
              <a:t>JSON for data storage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models → Student class</a:t>
            </a:r>
          </a:p>
          <a:p>
            <a:pPr lvl="1"/>
            <a:r>
              <a:t>services → AttendanceTracker</a:t>
            </a:r>
          </a:p>
          <a:p>
            <a:pPr lvl="1"/>
            <a:r>
              <a:t>ui → Display functions</a:t>
            </a:r>
          </a:p>
          <a:p>
            <a:pPr lvl="1"/>
            <a:r>
              <a:t>main.py → Entry point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Stores student details</a:t>
            </a:r>
          </a:p>
          <a:p>
            <a:pPr lvl="1"/>
            <a:r>
              <a:t>Maintains attendance &amp; marks</a:t>
            </a:r>
          </a:p>
          <a:p>
            <a:pPr lvl="1"/>
            <a:r>
              <a:t>Auto remarks generation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Attendance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Marks lectures attended</a:t>
            </a:r>
          </a:p>
          <a:p>
            <a:pPr lvl="1"/>
            <a:r>
              <a:t>Calculates percentage</a:t>
            </a:r>
          </a:p>
          <a:p>
            <a:pPr lvl="1"/>
            <a:r>
              <a:t>Warning below 75%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Marks entry (0–100)</a:t>
            </a:r>
          </a:p>
          <a:p>
            <a:pPr lvl="1"/>
            <a:r>
              <a:t>Auto evaluation</a:t>
            </a:r>
          </a:p>
          <a:p>
            <a:pPr lvl="1"/>
            <a:r>
              <a:t>Performance status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Roll no validation</a:t>
            </a:r>
          </a:p>
          <a:p>
            <a:pPr lvl="1"/>
            <a:r>
              <a:t>Semester validation</a:t>
            </a:r>
          </a:p>
          <a:p>
            <a:pPr lvl="1"/>
            <a:r>
              <a:t>Marks validation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 Feature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students</a:t>
            </a:r>
          </a:p>
          <a:p>
            <a:pPr lvl="1"/>
            <a:r>
              <a:t>Average attendance</a:t>
            </a:r>
          </a:p>
          <a:p>
            <a:pPr lvl="1"/>
            <a:r>
              <a:t>Average marks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JSON-based storage</a:t>
            </a:r>
          </a:p>
          <a:p>
            <a:pPr lvl="1"/>
            <a:r>
              <a:t>Auto save &amp; load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 → Menu</a:t>
            </a:r>
          </a:p>
          <a:p>
            <a:pPr lvl="1"/>
            <a:r>
              <a:t>Perform operation</a:t>
            </a:r>
          </a:p>
          <a:p>
            <a:pPr lvl="1"/>
            <a:r>
              <a:t>Save data → Exit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User-friendly</a:t>
            </a:r>
          </a:p>
          <a:p>
            <a:pPr lvl="1"/>
            <a:r>
              <a:t>Scalable design</a:t>
            </a:r>
          </a:p>
          <a:p>
            <a:pPr lvl="1"/>
            <a:r>
              <a:t>Exam ready project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completed successfully</a:t>
            </a:r>
          </a:p>
          <a:p>
            <a:pPr lvl="1"/>
            <a:r>
              <a:t>All objectives achieved</a:t>
            </a:r>
          </a:p>
          <a:p>
            <a:pPr lvl="1"/>
            <a:r>
              <a:t>Future enhancements possible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1276</Words>
  <Application>WPS Presentation</Application>
  <PresentationFormat>On-screen Show (4:3)</PresentationFormat>
  <Paragraphs>94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Smart Attendance &amp; Performance Tracker</vt:lpstr>
      <vt:lpstr>Introduction</vt:lpstr>
      <vt:lpstr>Project Objectives</vt:lpstr>
      <vt:lpstr>System Overview</vt:lpstr>
      <vt:lpstr>Technology Stack</vt:lpstr>
      <vt:lpstr>Project Structure</vt:lpstr>
      <vt:lpstr>Student Module</vt:lpstr>
      <vt:lpstr>Attendance Module</vt:lpstr>
      <vt:lpstr>Performance Module</vt:lpstr>
      <vt:lpstr>Validation Logic</vt:lpstr>
      <vt:lpstr>Analytics Feature</vt:lpstr>
      <vt:lpstr>Data Storage</vt:lpstr>
      <vt:lpstr>Application Flow</vt:lpstr>
      <vt:lpstr>Advantages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Mit Patel</cp:lastModifiedBy>
  <cp:revision>2</cp:revision>
  <dcterms:created xsi:type="dcterms:W3CDTF">2013-01-27T09:14:00Z</dcterms:created>
  <dcterms:modified xsi:type="dcterms:W3CDTF">2026-02-07T11:35:55Z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2230922D29664CB3A5F9F992248A9455_12</vt:lpwstr>
  </property>
  <property fmtid="{D5CDD505-2E9C-101B-9397-08002B2CF9AE}" pid="3" name="KSOProductBuildVer">
    <vt:lpwstr>1033-12.2.0.23196</vt:lpwstr>
  </property>
</Properties>
</file>